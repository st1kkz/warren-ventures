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-94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9980CF-C989-B141-BAA7-3B2378ADA7E2}" type="datetimeFigureOut">
              <a:rPr lang="en-US" smtClean="0"/>
              <a:t>5/5/11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9B7FA-2D97-2543-9E86-F03080BA8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820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09B7FA-2D97-2543-9E86-F03080BA85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8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09B7FA-2D97-2543-9E86-F03080BA85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8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09B7FA-2D97-2543-9E86-F03080BA85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8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09B7FA-2D97-2543-9E86-F03080BA85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8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09B7FA-2D97-2543-9E86-F03080BA85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8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09B7FA-2D97-2543-9E86-F03080BA85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8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09B7FA-2D97-2543-9E86-F03080BA85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8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61CC6-51E9-FF45-A793-772C546D14F1}" type="datetimeFigureOut">
              <a:rPr lang="en-US" smtClean="0"/>
              <a:t>5/5/11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63943-A6E7-6C48-B5FB-358BDF07E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0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61CC6-51E9-FF45-A793-772C546D14F1}" type="datetimeFigureOut">
              <a:rPr lang="en-US" smtClean="0"/>
              <a:t>5/5/11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63943-A6E7-6C48-B5FB-358BDF07E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3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61CC6-51E9-FF45-A793-772C546D14F1}" type="datetimeFigureOut">
              <a:rPr lang="en-US" smtClean="0"/>
              <a:t>5/5/11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63943-A6E7-6C48-B5FB-358BDF07E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96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61CC6-51E9-FF45-A793-772C546D14F1}" type="datetimeFigureOut">
              <a:rPr lang="en-US" smtClean="0"/>
              <a:t>5/5/11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63943-A6E7-6C48-B5FB-358BDF07E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71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61CC6-51E9-FF45-A793-772C546D14F1}" type="datetimeFigureOut">
              <a:rPr lang="en-US" smtClean="0"/>
              <a:t>5/5/11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63943-A6E7-6C48-B5FB-358BDF07E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3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61CC6-51E9-FF45-A793-772C546D14F1}" type="datetimeFigureOut">
              <a:rPr lang="en-US" smtClean="0"/>
              <a:t>5/5/11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63943-A6E7-6C48-B5FB-358BDF07E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91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61CC6-51E9-FF45-A793-772C546D14F1}" type="datetimeFigureOut">
              <a:rPr lang="en-US" smtClean="0"/>
              <a:t>5/5/11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63943-A6E7-6C48-B5FB-358BDF07E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25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61CC6-51E9-FF45-A793-772C546D14F1}" type="datetimeFigureOut">
              <a:rPr lang="en-US" smtClean="0"/>
              <a:t>5/5/11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63943-A6E7-6C48-B5FB-358BDF07E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5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61CC6-51E9-FF45-A793-772C546D14F1}" type="datetimeFigureOut">
              <a:rPr lang="en-US" smtClean="0"/>
              <a:t>5/5/11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63943-A6E7-6C48-B5FB-358BDF07E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0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61CC6-51E9-FF45-A793-772C546D14F1}" type="datetimeFigureOut">
              <a:rPr lang="en-US" smtClean="0"/>
              <a:t>5/5/11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63943-A6E7-6C48-B5FB-358BDF07E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1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61CC6-51E9-FF45-A793-772C546D14F1}" type="datetimeFigureOut">
              <a:rPr lang="en-US" smtClean="0"/>
              <a:t>5/5/11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63943-A6E7-6C48-B5FB-358BDF07E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6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61CC6-51E9-FF45-A793-772C546D14F1}" type="datetimeFigureOut">
              <a:rPr lang="en-US" smtClean="0"/>
              <a:t>5/5/11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63943-A6E7-6C48-B5FB-358BDF07E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78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 u t t e r f l </a:t>
            </a:r>
            <a:r>
              <a:rPr lang="en-US" dirty="0" err="1" smtClean="0"/>
              <a:t>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architecture</a:t>
            </a:r>
          </a:p>
          <a:p>
            <a:r>
              <a:rPr lang="en-US" sz="1400" dirty="0" smtClean="0"/>
              <a:t>ben </a:t>
            </a:r>
            <a:r>
              <a:rPr lang="en-US" sz="1400" dirty="0" err="1" smtClean="0"/>
              <a:t>bryant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4275493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/>
          <p:nvPr/>
        </p:nvSpPr>
        <p:spPr>
          <a:xfrm>
            <a:off x="634968" y="3382025"/>
            <a:ext cx="6971794" cy="184871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r>
              <a:rPr lang="en-US" dirty="0" err="1" smtClean="0"/>
              <a:t>iOS</a:t>
            </a:r>
            <a:r>
              <a:rPr lang="en-US" dirty="0" smtClean="0"/>
              <a:t> / Android / </a:t>
            </a:r>
            <a:r>
              <a:rPr lang="en-US" dirty="0" err="1" smtClean="0"/>
              <a:t>JBoss</a:t>
            </a:r>
            <a:r>
              <a:rPr lang="en-US" dirty="0" smtClean="0"/>
              <a:t>-web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butterfli client overview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3058249" y="2358349"/>
            <a:ext cx="2138190" cy="173636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Engine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5196439" y="2358350"/>
            <a:ext cx="2138190" cy="5540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Feature Modules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5206290" y="2938364"/>
            <a:ext cx="2138190" cy="5540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Channel Modules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5203182" y="3518378"/>
            <a:ext cx="2138190" cy="5540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Content Modules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903902" y="2355254"/>
            <a:ext cx="2138190" cy="5540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Entity Map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913753" y="2935268"/>
            <a:ext cx="2138190" cy="5540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Extendable Privacy Model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910645" y="3515282"/>
            <a:ext cx="2138190" cy="5540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Utilities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1885480" y="4136249"/>
            <a:ext cx="861759" cy="83960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UI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7606762" y="4094714"/>
            <a:ext cx="1464335" cy="118345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Internet</a:t>
            </a:r>
            <a:endParaRPr lang="en-US" dirty="0"/>
          </a:p>
        </p:txBody>
      </p:sp>
      <p:cxnSp>
        <p:nvCxnSpPr>
          <p:cNvPr id="15" name="Straight Arrow Connector 14"/>
          <p:cNvCxnSpPr>
            <a:stCxn id="12" idx="7"/>
          </p:cNvCxnSpPr>
          <p:nvPr/>
        </p:nvCxnSpPr>
        <p:spPr>
          <a:xfrm flipV="1">
            <a:off x="2621037" y="3382025"/>
            <a:ext cx="1162911" cy="8771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3" idx="1"/>
          </p:cNvCxnSpPr>
          <p:nvPr/>
        </p:nvCxnSpPr>
        <p:spPr>
          <a:xfrm>
            <a:off x="7101372" y="3382025"/>
            <a:ext cx="719837" cy="88600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an 33"/>
          <p:cNvSpPr/>
          <p:nvPr/>
        </p:nvSpPr>
        <p:spPr>
          <a:xfrm>
            <a:off x="5572252" y="4136249"/>
            <a:ext cx="699771" cy="894099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Local</a:t>
            </a:r>
          </a:p>
          <a:p>
            <a:pPr algn="ctr"/>
            <a:r>
              <a:rPr lang="en-US" dirty="0" smtClean="0"/>
              <a:t>DB</a:t>
            </a:r>
            <a:endParaRPr lang="en-US" dirty="0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4739779" y="3693248"/>
            <a:ext cx="832473" cy="5659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233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butterfli client overview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1891975" y="1417638"/>
            <a:ext cx="5287158" cy="47373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Entity Map</a:t>
            </a:r>
          </a:p>
          <a:p>
            <a:pPr algn="ctr"/>
            <a:endParaRPr lang="en-US" dirty="0"/>
          </a:p>
          <a:p>
            <a:pPr algn="ctr"/>
            <a:r>
              <a:rPr lang="en-US" dirty="0" err="1" smtClean="0"/>
              <a:t>butterfli’s</a:t>
            </a:r>
            <a:r>
              <a:rPr lang="en-US" dirty="0" smtClean="0"/>
              <a:t> “contact list” facility</a:t>
            </a:r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Entities are real people.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Real people are mapped to channels.  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Channels are exposed through the channel modules.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Entity contact data is retrieved dynamically from data in the channels.</a:t>
            </a:r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28088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butterfli client overview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1891975" y="1283291"/>
            <a:ext cx="5287158" cy="537130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Extendable Privacy Model</a:t>
            </a:r>
          </a:p>
          <a:p>
            <a:pPr algn="ctr"/>
            <a:endParaRPr lang="en-US" dirty="0"/>
          </a:p>
          <a:p>
            <a:pPr algn="ctr"/>
            <a:r>
              <a:rPr lang="en-US" dirty="0" err="1" smtClean="0"/>
              <a:t>butterfli’s</a:t>
            </a:r>
            <a:r>
              <a:rPr lang="en-US" dirty="0" smtClean="0"/>
              <a:t> game-changing grouping and filtering model. 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EPM is modeled after real-life nested “circles of trust”.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Each circle will contain at least one entity.  Channels are also mapped to circles to establish their default scope.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Membership of higher level circles is implied.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Initial circle hierarchy:</a:t>
            </a:r>
          </a:p>
          <a:p>
            <a:pPr algn="ctr"/>
            <a:r>
              <a:rPr lang="en-US" dirty="0" smtClean="0"/>
              <a:t>Whole world</a:t>
            </a:r>
          </a:p>
          <a:p>
            <a:pPr algn="ctr"/>
            <a:r>
              <a:rPr lang="en-US" dirty="0" smtClean="0"/>
              <a:t>My World</a:t>
            </a:r>
          </a:p>
          <a:p>
            <a:pPr algn="ctr"/>
            <a:r>
              <a:rPr lang="en-US" dirty="0" smtClean="0"/>
              <a:t>Personal, Professional, Family</a:t>
            </a:r>
          </a:p>
          <a:p>
            <a:pPr algn="ctr"/>
            <a:r>
              <a:rPr lang="en-US" dirty="0" smtClean="0"/>
              <a:t>Custom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565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butterfli client overview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1891975" y="1283291"/>
            <a:ext cx="5287158" cy="537130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Utilities</a:t>
            </a:r>
          </a:p>
          <a:p>
            <a:pPr algn="ctr"/>
            <a:endParaRPr lang="en-US" dirty="0"/>
          </a:p>
          <a:p>
            <a:pPr algn="ctr"/>
            <a:r>
              <a:rPr lang="en-US" dirty="0" err="1" smtClean="0"/>
              <a:t>butterfli’s</a:t>
            </a:r>
            <a:r>
              <a:rPr lang="en-US" dirty="0" smtClean="0"/>
              <a:t> more open “toolbox” where we can expose global functionality or functionality not necessarily mapped anywhere else.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Examples: channel scrub (</a:t>
            </a:r>
            <a:r>
              <a:rPr lang="en-US" dirty="0" err="1" smtClean="0"/>
              <a:t>ie</a:t>
            </a:r>
            <a:r>
              <a:rPr lang="en-US" dirty="0" smtClean="0"/>
              <a:t>. systematic wipe of activity and account), channel backup, butterfli backup, usage logs and statistics, UI options, etc.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336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butterfli client overview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1891975" y="1283291"/>
            <a:ext cx="5287158" cy="537130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Feature Modules</a:t>
            </a:r>
          </a:p>
          <a:p>
            <a:pPr algn="ctr"/>
            <a:endParaRPr lang="en-US" dirty="0"/>
          </a:p>
          <a:p>
            <a:pPr algn="ctr"/>
            <a:r>
              <a:rPr lang="en-US" dirty="0" err="1" smtClean="0"/>
              <a:t>butterfli’s</a:t>
            </a:r>
            <a:r>
              <a:rPr lang="en-US" dirty="0" smtClean="0"/>
              <a:t> interface to modular extensions of our feature set.  In general, these should instantiate in the bottom navigation bar (on the iPhone).  “Share”, “Activity” should be considered feature modules.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Possible future features:</a:t>
            </a:r>
          </a:p>
          <a:p>
            <a:pPr algn="ctr"/>
            <a:r>
              <a:rPr lang="en-US" dirty="0" smtClean="0"/>
              <a:t>Locate, chat, search, archive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6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butterfli client overview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1891975" y="1283291"/>
            <a:ext cx="5287158" cy="537130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Channel Modules</a:t>
            </a:r>
          </a:p>
          <a:p>
            <a:pPr algn="ctr"/>
            <a:endParaRPr lang="en-US" dirty="0"/>
          </a:p>
          <a:p>
            <a:pPr algn="ctr"/>
            <a:r>
              <a:rPr lang="en-US" dirty="0" err="1" smtClean="0"/>
              <a:t>butterfli’s</a:t>
            </a:r>
            <a:r>
              <a:rPr lang="en-US" dirty="0" smtClean="0"/>
              <a:t> interface to the various social networks, directories, and online interactive media.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The obvious examples are Facebook, LinkedIn, Twitter, Email, SMS and the local contact list.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Future options might be: Google Buzz, Yahoo groups, Plaxo, IRC, Usenet, Blogs, RSS feeds, etc.  We might also open this interface to third parties if we were to become super-popular.  </a:t>
            </a:r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I feel that any network interface to a butterfli server should also be implemented as a Channel Module with user controls.</a:t>
            </a:r>
          </a:p>
        </p:txBody>
      </p:sp>
    </p:spTree>
    <p:extLst>
      <p:ext uri="{BB962C8B-B14F-4D97-AF65-F5344CB8AC3E}">
        <p14:creationId xmlns:p14="http://schemas.microsoft.com/office/powerpoint/2010/main" val="574420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butterfli client overview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1891975" y="1283291"/>
            <a:ext cx="5287158" cy="537130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Content Modules</a:t>
            </a:r>
          </a:p>
          <a:p>
            <a:pPr algn="ctr"/>
            <a:endParaRPr lang="en-US" dirty="0"/>
          </a:p>
          <a:p>
            <a:pPr algn="ctr"/>
            <a:r>
              <a:rPr lang="en-US" dirty="0" err="1" smtClean="0"/>
              <a:t>butterfli’s</a:t>
            </a:r>
            <a:r>
              <a:rPr lang="en-US" dirty="0" smtClean="0"/>
              <a:t> support for various content.  “status”, “image”, and “link” we have been working on so far.  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Future content modules might be: “video”, “location”, “audio”, etc.  </a:t>
            </a:r>
          </a:p>
          <a:p>
            <a:pPr algn="ctr"/>
            <a:endParaRPr lang="en-US" dirty="0"/>
          </a:p>
          <a:p>
            <a:pPr algn="ctr"/>
            <a:r>
              <a:rPr lang="en-US" dirty="0" smtClean="0"/>
              <a:t>I would like to also enhance the “image” module with an option to strip out privacy data like geo-location tags, date-time, etc.</a:t>
            </a:r>
          </a:p>
        </p:txBody>
      </p:sp>
    </p:spTree>
    <p:extLst>
      <p:ext uri="{BB962C8B-B14F-4D97-AF65-F5344CB8AC3E}">
        <p14:creationId xmlns:p14="http://schemas.microsoft.com/office/powerpoint/2010/main" val="1752149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457</Words>
  <Application>Microsoft Macintosh PowerPoint</Application>
  <PresentationFormat>On-screen Show (4:3)</PresentationFormat>
  <Paragraphs>85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b u t t e r f l i</vt:lpstr>
      <vt:lpstr>butterfli client overview</vt:lpstr>
      <vt:lpstr>butterfli client overview</vt:lpstr>
      <vt:lpstr>butterfli client overview</vt:lpstr>
      <vt:lpstr>butterfli client overview</vt:lpstr>
      <vt:lpstr>butterfli client overview</vt:lpstr>
      <vt:lpstr>butterfli client overview</vt:lpstr>
      <vt:lpstr>butterfli client overview</vt:lpstr>
    </vt:vector>
  </TitlesOfParts>
  <Company>Clustrix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 u t t e r f l i</dc:title>
  <dc:creator>Ben  Bryant</dc:creator>
  <cp:lastModifiedBy>Ben  Bryant</cp:lastModifiedBy>
  <cp:revision>9</cp:revision>
  <dcterms:created xsi:type="dcterms:W3CDTF">2011-05-05T19:05:52Z</dcterms:created>
  <dcterms:modified xsi:type="dcterms:W3CDTF">2011-05-05T21:53:18Z</dcterms:modified>
</cp:coreProperties>
</file>